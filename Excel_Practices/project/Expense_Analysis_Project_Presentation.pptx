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Expense Analysis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June + 6 Months Analysis</a:t>
            </a:r>
          </a:p>
          <a:p>
            <a:r>
              <a:t>Prepared for Nitin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Nitin earns ₹15,000/month and wants to buy a scooter.</a:t>
            </a:r>
          </a:p>
          <a:p>
            <a:r>
              <a:t>He has no savings, so expenses must be analyzed to reduce unnecessary spending.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1: June Analysis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analyzed: Date, Category, Items, Expense (INR)</a:t>
            </a:r>
          </a:p>
          <a:p>
            <a:r>
              <a:t>• Created: Category-wise analysis, Daily trend, Item analysis</a:t>
            </a:r>
          </a:p>
          <a:p>
            <a:r>
              <a:t>• Identified highest spending categories</a:t>
            </a:r>
          </a:p>
          <a:p>
            <a:r>
              <a:t>• Highlighted unnecessary or avoidable expenses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June: 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High spending in Food, Grocery, and Entertainment.</a:t>
            </a:r>
          </a:p>
          <a:p>
            <a:pPr lvl="1"/>
            <a:r>
              <a:t>Multiple small expenses added up to large totals.</a:t>
            </a:r>
          </a:p>
          <a:p>
            <a:pPr lvl="1"/>
            <a:r>
              <a:t>Daily spending peaked on specific dates.</a:t>
            </a:r>
          </a:p>
          <a:p>
            <a:pPr lvl="1"/>
            <a:r>
              <a:t>Unnecessary items reduced possible savings.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June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Reduce dining out and online food orders.</a:t>
            </a:r>
          </a:p>
          <a:p>
            <a:pPr lvl="1"/>
            <a:r>
              <a:t>Limit entertainment expenses.</a:t>
            </a:r>
          </a:p>
          <a:p>
            <a:pPr lvl="1"/>
            <a:r>
              <a:t>Start tracking expenses daily.</a:t>
            </a:r>
          </a:p>
          <a:p>
            <a:pPr lvl="1"/>
            <a:r>
              <a:t>Set a fixed monthly limit for each category.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2: 6-Month Analysis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Analyzed Month, Category, Items, Expense (INR)</a:t>
            </a:r>
          </a:p>
          <a:p>
            <a:r>
              <a:t>• Monthly total comparison</a:t>
            </a:r>
          </a:p>
          <a:p>
            <a:r>
              <a:t>• Category spending patterns</a:t>
            </a:r>
          </a:p>
          <a:p>
            <a:r>
              <a:t>• Item-level root cause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6-Month: 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Highest spending observed in Food and Grocery.</a:t>
            </a:r>
          </a:p>
          <a:p>
            <a:pPr lvl="1"/>
            <a:r>
              <a:t>Medical expenses increased significantly in January.</a:t>
            </a:r>
          </a:p>
          <a:p>
            <a:pPr lvl="1"/>
            <a:r>
              <a:t>Miscellaneous category contains avoidable expenses.</a:t>
            </a:r>
          </a:p>
          <a:p>
            <a:pPr lvl="1"/>
            <a:r>
              <a:t>Spending pattern inconsistent across months.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Create a strict monthly budget and track spending.</a:t>
            </a:r>
          </a:p>
          <a:p>
            <a:pPr lvl="1"/>
            <a:r>
              <a:t>Reduce unnecessary spending in Miscellaneous category.</a:t>
            </a:r>
          </a:p>
          <a:p>
            <a:pPr lvl="1"/>
            <a:r>
              <a:t>Start saving ₹2,500–₹3,000 per month.</a:t>
            </a:r>
          </a:p>
          <a:p>
            <a:pPr lvl="1"/>
            <a:r>
              <a:t>Avoid irregular spikes in Food/Entertainment spending.</a:t>
            </a:r>
          </a:p>
          <a:p>
            <a:pPr lvl="1"/>
            <a:r>
              <a:t>Monitor expenses using monthly Excel sheets.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Through the June and 6-month analysis, clear spending patterns were identified.</a:t>
            </a:r>
          </a:p>
          <a:p>
            <a:r>
              <a:t>With reduced unnecessary expenses and consistent tracking, Nitin can save enough</a:t>
            </a:r>
          </a:p>
          <a:p>
            <a:r>
              <a:t>to purchase his scooter soon.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