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June + 6 Month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June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t>Category analysis, daily trends, major expenses.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6-Month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t>Monthly trends, categories, spending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Charts &amp; 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un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3657600" cy="2611835"/>
          </a:xfrm>
          <a:prstGeom prst="rect">
            <a:avLst/>
          </a:prstGeom>
        </p:spPr>
      </p:pic>
      <p:pic>
        <p:nvPicPr>
          <p:cNvPr id="3" name="Picture 2" descr="sixm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3657600" cy="2360503"/>
          </a:xfrm>
          <a:prstGeom prst="rect">
            <a:avLst/>
          </a:prstGeom>
        </p:spPr>
      </p:pic>
      <p:pic>
        <p:nvPicPr>
          <p:cNvPr id="4" name="Picture 3" descr="sixm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840480"/>
            <a:ext cx="3657600" cy="30294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